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60" r:id="rId2"/>
    <p:sldId id="301" r:id="rId3"/>
    <p:sldId id="300" r:id="rId4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1" id="{15C601F2-1F48-400E-A095-8AD43A1FB024}">
          <p14:sldIdLst>
            <p14:sldId id="260"/>
            <p14:sldId id="301"/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2E54"/>
    <a:srgbClr val="33A3FF"/>
    <a:srgbClr val="034074"/>
    <a:srgbClr val="203864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698" autoAdjust="0"/>
    <p:restoredTop sz="97029" autoAdjust="0"/>
  </p:normalViewPr>
  <p:slideViewPr>
    <p:cSldViewPr snapToGrid="0">
      <p:cViewPr>
        <p:scale>
          <a:sx n="87" d="100"/>
          <a:sy n="87" d="100"/>
        </p:scale>
        <p:origin x="-521" y="-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256EF7-8B3A-4B59-8CC1-7753E6B54AF1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FDD331-3063-4EAF-9A00-21B073ED2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3981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3BF320-117E-461A-81A7-D386CEB647EE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A5F654-711A-4914-A7B5-542F5B00B1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A232B-6519-425E-8C24-3F1F4F2ADD8D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3690-F6AF-401A-B51C-67B0754B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078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A232B-6519-425E-8C24-3F1F4F2ADD8D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3690-F6AF-401A-B51C-67B0754B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108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A232B-6519-425E-8C24-3F1F4F2ADD8D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3690-F6AF-401A-B51C-67B0754B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386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A232B-6519-425E-8C24-3F1F4F2ADD8D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3690-F6AF-401A-B51C-67B0754B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243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A232B-6519-425E-8C24-3F1F4F2ADD8D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3690-F6AF-401A-B51C-67B0754B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254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A232B-6519-425E-8C24-3F1F4F2ADD8D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3690-F6AF-401A-B51C-67B0754B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280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A232B-6519-425E-8C24-3F1F4F2ADD8D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3690-F6AF-401A-B51C-67B0754B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653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A232B-6519-425E-8C24-3F1F4F2ADD8D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3690-F6AF-401A-B51C-67B0754B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055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A232B-6519-425E-8C24-3F1F4F2ADD8D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3690-F6AF-401A-B51C-67B0754B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541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A232B-6519-425E-8C24-3F1F4F2ADD8D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3690-F6AF-401A-B51C-67B0754B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110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A232B-6519-425E-8C24-3F1F4F2ADD8D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3690-F6AF-401A-B51C-67B0754B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369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6A232B-6519-425E-8C24-3F1F4F2ADD8D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A73690-F6AF-401A-B51C-67B0754B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536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1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33208" y="16603"/>
            <a:ext cx="6858000" cy="6858000"/>
          </a:xfrm>
          <a:custGeom>
            <a:avLst/>
            <a:gdLst>
              <a:gd name="connsiteX0" fmla="*/ 3440360 w 6858000"/>
              <a:gd name="connsiteY0" fmla="*/ 628693 h 6858000"/>
              <a:gd name="connsiteX1" fmla="*/ 645733 w 6858000"/>
              <a:gd name="connsiteY1" fmla="*/ 3423320 h 6858000"/>
              <a:gd name="connsiteX2" fmla="*/ 3440360 w 6858000"/>
              <a:gd name="connsiteY2" fmla="*/ 6217947 h 6858000"/>
              <a:gd name="connsiteX3" fmla="*/ 6234987 w 6858000"/>
              <a:gd name="connsiteY3" fmla="*/ 3423320 h 6858000"/>
              <a:gd name="connsiteX4" fmla="*/ 3440360 w 6858000"/>
              <a:gd name="connsiteY4" fmla="*/ 628693 h 6858000"/>
              <a:gd name="connsiteX5" fmla="*/ 0 w 6858000"/>
              <a:gd name="connsiteY5" fmla="*/ 0 h 6858000"/>
              <a:gd name="connsiteX6" fmla="*/ 6858000 w 6858000"/>
              <a:gd name="connsiteY6" fmla="*/ 0 h 6858000"/>
              <a:gd name="connsiteX7" fmla="*/ 6858000 w 6858000"/>
              <a:gd name="connsiteY7" fmla="*/ 6858000 h 6858000"/>
              <a:gd name="connsiteX8" fmla="*/ 0 w 685800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6858000">
                <a:moveTo>
                  <a:pt x="3440360" y="628693"/>
                </a:moveTo>
                <a:cubicBezTo>
                  <a:pt x="1896930" y="628693"/>
                  <a:pt x="645733" y="1879890"/>
                  <a:pt x="645733" y="3423320"/>
                </a:cubicBezTo>
                <a:cubicBezTo>
                  <a:pt x="645733" y="4966750"/>
                  <a:pt x="1896930" y="6217947"/>
                  <a:pt x="3440360" y="6217947"/>
                </a:cubicBezTo>
                <a:cubicBezTo>
                  <a:pt x="4983790" y="6217947"/>
                  <a:pt x="6234987" y="4966750"/>
                  <a:pt x="6234987" y="3423320"/>
                </a:cubicBezTo>
                <a:cubicBezTo>
                  <a:pt x="6234987" y="1879890"/>
                  <a:pt x="4983790" y="628693"/>
                  <a:pt x="3440360" y="628693"/>
                </a:cubicBezTo>
                <a:close/>
                <a:moveTo>
                  <a:pt x="0" y="0"/>
                </a:moveTo>
                <a:lnTo>
                  <a:pt x="6858000" y="0"/>
                </a:lnTo>
                <a:lnTo>
                  <a:pt x="6858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TextBox 3"/>
          <p:cNvSpPr txBox="1"/>
          <p:nvPr/>
        </p:nvSpPr>
        <p:spPr>
          <a:xfrm>
            <a:off x="3915180" y="3050480"/>
            <a:ext cx="2409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132E54"/>
                </a:solidFill>
                <a:latin typeface="Bahnschrift SemiLight" panose="020B0502040204020203" pitchFamily="34" charset="0"/>
              </a:rPr>
              <a:t>Wing Commander</a:t>
            </a:r>
            <a:endParaRPr lang="en-US" b="1" dirty="0">
              <a:solidFill>
                <a:srgbClr val="132E54"/>
              </a:solidFill>
              <a:latin typeface="Bahnschrift SemiLight" panose="020B0502040204020203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93156" y="3419812"/>
            <a:ext cx="45431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132E54"/>
                </a:solidFill>
                <a:latin typeface="Book Antiqua" panose="02040602050305030304" pitchFamily="18" charset="0"/>
              </a:rPr>
              <a:t>Dr. </a:t>
            </a:r>
            <a:r>
              <a:rPr lang="en-US" sz="2800" b="1" dirty="0" err="1" smtClean="0">
                <a:solidFill>
                  <a:srgbClr val="132E54"/>
                </a:solidFill>
                <a:latin typeface="Book Antiqua" panose="02040602050305030304" pitchFamily="18" charset="0"/>
              </a:rPr>
              <a:t>Waqas</a:t>
            </a:r>
            <a:r>
              <a:rPr lang="en-US" sz="2800" b="1" dirty="0" smtClean="0">
                <a:solidFill>
                  <a:srgbClr val="132E54"/>
                </a:solidFill>
                <a:latin typeface="Book Antiqua" panose="02040602050305030304" pitchFamily="18" charset="0"/>
              </a:rPr>
              <a:t> </a:t>
            </a:r>
            <a:r>
              <a:rPr lang="en-US" sz="2800" b="1" dirty="0" err="1" smtClean="0">
                <a:solidFill>
                  <a:srgbClr val="132E54"/>
                </a:solidFill>
                <a:latin typeface="Book Antiqua" panose="02040602050305030304" pitchFamily="18" charset="0"/>
              </a:rPr>
              <a:t>Aftab</a:t>
            </a:r>
            <a:r>
              <a:rPr lang="en-US" sz="2800" b="1" dirty="0" smtClean="0">
                <a:solidFill>
                  <a:srgbClr val="132E54"/>
                </a:solidFill>
                <a:latin typeface="Book Antiqua" panose="02040602050305030304" pitchFamily="18" charset="0"/>
              </a:rPr>
              <a:t> Malik</a:t>
            </a:r>
            <a:endParaRPr lang="en-US" sz="2800" b="1" dirty="0">
              <a:solidFill>
                <a:srgbClr val="132E54"/>
              </a:solidFill>
              <a:latin typeface="Book Antiqua" panose="02040602050305030304" pitchFamily="18" charset="0"/>
            </a:endParaRP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22"/>
          <a:stretch/>
        </p:blipFill>
        <p:spPr>
          <a:xfrm>
            <a:off x="5243689" y="1024744"/>
            <a:ext cx="1960494" cy="1147354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6016" y="5347308"/>
            <a:ext cx="1497404" cy="595962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2818598" y="3117138"/>
            <a:ext cx="411480" cy="630942"/>
          </a:xfrm>
          <a:prstGeom prst="ellipse">
            <a:avLst/>
          </a:prstGeom>
          <a:solidFill>
            <a:srgbClr val="132E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8991624" y="3117138"/>
            <a:ext cx="411480" cy="630942"/>
          </a:xfrm>
          <a:prstGeom prst="ellipse">
            <a:avLst/>
          </a:prstGeom>
          <a:solidFill>
            <a:srgbClr val="132E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481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667000" y="34891"/>
            <a:ext cx="6795436" cy="67954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76329" y="1811290"/>
            <a:ext cx="12666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034074"/>
                </a:solidFill>
                <a:latin typeface="Britannic Bold" panose="020B0903060703020204" pitchFamily="34" charset="0"/>
              </a:rPr>
              <a:t>VISION</a:t>
            </a:r>
            <a:endParaRPr lang="en-US" sz="2800" dirty="0">
              <a:solidFill>
                <a:srgbClr val="034074"/>
              </a:solidFill>
              <a:latin typeface="Britannic Bold" panose="020B0903060703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598544" y="2221982"/>
            <a:ext cx="1018768" cy="304800"/>
          </a:xfrm>
          <a:prstGeom prst="rect">
            <a:avLst/>
          </a:prstGeom>
          <a:solidFill>
            <a:srgbClr val="0340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bg1"/>
                </a:solidFill>
                <a:latin typeface="Britannic Bold" panose="020B0903060703020204" pitchFamily="34" charset="0"/>
              </a:rPr>
              <a:t>SYSTEMS</a:t>
            </a:r>
            <a:endParaRPr lang="en-US" dirty="0">
              <a:solidFill>
                <a:schemeClr val="bg1"/>
              </a:solidFill>
              <a:latin typeface="Britannic Bold" panose="020B0903060703020204" pitchFamily="34" charset="0"/>
            </a:endParaRP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22"/>
          <a:stretch/>
        </p:blipFill>
        <p:spPr>
          <a:xfrm>
            <a:off x="5243689" y="788306"/>
            <a:ext cx="1960494" cy="1147354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6016" y="5566764"/>
            <a:ext cx="1497404" cy="59596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15180" y="3050480"/>
            <a:ext cx="2409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132E54"/>
                </a:solidFill>
                <a:latin typeface="Bahnschrift SemiLight" panose="020B0502040204020203" pitchFamily="34" charset="0"/>
              </a:rPr>
              <a:t>Wing Commander</a:t>
            </a:r>
            <a:endParaRPr lang="en-US" b="1" dirty="0">
              <a:solidFill>
                <a:srgbClr val="132E54"/>
              </a:solidFill>
              <a:latin typeface="Bahnschrift SemiLight" panose="020B0502040204020203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93156" y="3419812"/>
            <a:ext cx="45431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132E54"/>
                </a:solidFill>
                <a:latin typeface="Book Antiqua" panose="02040602050305030304" pitchFamily="18" charset="0"/>
              </a:rPr>
              <a:t>Dr. </a:t>
            </a:r>
            <a:r>
              <a:rPr lang="en-US" sz="2800" b="1" dirty="0" err="1" smtClean="0">
                <a:solidFill>
                  <a:srgbClr val="132E54"/>
                </a:solidFill>
                <a:latin typeface="Book Antiqua" panose="02040602050305030304" pitchFamily="18" charset="0"/>
              </a:rPr>
              <a:t>Waqas</a:t>
            </a:r>
            <a:r>
              <a:rPr lang="en-US" sz="2800" b="1" dirty="0" smtClean="0">
                <a:solidFill>
                  <a:srgbClr val="132E54"/>
                </a:solidFill>
                <a:latin typeface="Book Antiqua" panose="02040602050305030304" pitchFamily="18" charset="0"/>
              </a:rPr>
              <a:t> </a:t>
            </a:r>
            <a:r>
              <a:rPr lang="en-US" sz="2800" b="1" dirty="0" err="1" smtClean="0">
                <a:solidFill>
                  <a:srgbClr val="132E54"/>
                </a:solidFill>
                <a:latin typeface="Book Antiqua" panose="02040602050305030304" pitchFamily="18" charset="0"/>
              </a:rPr>
              <a:t>Aftab</a:t>
            </a:r>
            <a:r>
              <a:rPr lang="en-US" sz="2800" b="1" dirty="0" smtClean="0">
                <a:solidFill>
                  <a:srgbClr val="132E54"/>
                </a:solidFill>
                <a:latin typeface="Book Antiqua" panose="02040602050305030304" pitchFamily="18" charset="0"/>
              </a:rPr>
              <a:t> Malik</a:t>
            </a:r>
            <a:endParaRPr lang="en-US" sz="2800" b="1" dirty="0">
              <a:solidFill>
                <a:srgbClr val="132E54"/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375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923" y="1998291"/>
            <a:ext cx="4453137" cy="317907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992" y="751550"/>
            <a:ext cx="5782068" cy="23012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448" y="-53081"/>
            <a:ext cx="5605551" cy="216347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37224" y="6148327"/>
            <a:ext cx="10058400" cy="301837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975" y="4299536"/>
            <a:ext cx="8939802" cy="166725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6395" y="3878047"/>
            <a:ext cx="1359210" cy="90190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6655" y="860245"/>
            <a:ext cx="4565913" cy="155448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2568" y="48048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46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1936</TotalTime>
  <Words>16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Bahnschrift SemiLight</vt:lpstr>
      <vt:lpstr>Book Antiqua</vt:lpstr>
      <vt:lpstr>Britannic Bold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Ehtishamullah</dc:creator>
  <cp:lastModifiedBy>Ehtishamullah</cp:lastModifiedBy>
  <cp:revision>129</cp:revision>
  <cp:lastPrinted>2024-06-21T11:11:33Z</cp:lastPrinted>
  <dcterms:created xsi:type="dcterms:W3CDTF">2024-03-25T07:27:13Z</dcterms:created>
  <dcterms:modified xsi:type="dcterms:W3CDTF">2025-08-25T10:59:27Z</dcterms:modified>
</cp:coreProperties>
</file>